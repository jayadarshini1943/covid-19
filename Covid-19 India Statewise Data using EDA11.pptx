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3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62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51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722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0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42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4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63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56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9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3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1D900-89D7-491F-AD0A-44056E46DB4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7FEA-CD90-4584-A545-63AFE72D9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95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Covid-19 India </a:t>
            </a:r>
            <a:r>
              <a:rPr lang="en-IN" dirty="0" err="1" smtClean="0"/>
              <a:t>Statewise</a:t>
            </a:r>
            <a:r>
              <a:rPr lang="en-IN" dirty="0" smtClean="0"/>
              <a:t> Data using EDA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/>
              <a:t>By </a:t>
            </a:r>
            <a:r>
              <a:rPr lang="en-IN" dirty="0" err="1" smtClean="0"/>
              <a:t>Jayadarshini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66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</a:t>
            </a:r>
            <a:r>
              <a:rPr lang="en-IN" dirty="0" smtClean="0"/>
              <a:t>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COVID-19 affected all Indian states differently.</a:t>
            </a:r>
          </a:p>
          <a:p>
            <a:r>
              <a:rPr lang="en-US" dirty="0" err="1" smtClean="0"/>
              <a:t>Statewise</a:t>
            </a:r>
            <a:r>
              <a:rPr lang="en-US" dirty="0" smtClean="0"/>
              <a:t> data helps understand spread and impact.</a:t>
            </a:r>
          </a:p>
          <a:p>
            <a:r>
              <a:rPr lang="en-US" dirty="0" smtClean="0"/>
              <a:t>EDA is used to analyze patterns, trends, and relationships.</a:t>
            </a:r>
          </a:p>
          <a:p>
            <a:r>
              <a:rPr lang="en-US" dirty="0" smtClean="0"/>
              <a:t>This project studies cases, recovery, deaths, and ratios.</a:t>
            </a:r>
          </a:p>
          <a:p>
            <a:r>
              <a:rPr lang="en-US" dirty="0" smtClean="0"/>
              <a:t>Analyze COVID-19 data across Indian states.</a:t>
            </a:r>
          </a:p>
          <a:p>
            <a:r>
              <a:rPr lang="en-US" dirty="0" smtClean="0"/>
              <a:t>Identify most affected </a:t>
            </a:r>
            <a:r>
              <a:rPr lang="en-US" dirty="0" err="1" smtClean="0"/>
              <a:t>states.Compare</a:t>
            </a:r>
            <a:r>
              <a:rPr lang="en-US" dirty="0" smtClean="0"/>
              <a:t> active, recovery, and death ratios.</a:t>
            </a:r>
          </a:p>
          <a:p>
            <a:r>
              <a:rPr lang="en-US" dirty="0" smtClean="0"/>
              <a:t>Study relationship between population and </a:t>
            </a:r>
            <a:r>
              <a:rPr lang="en-US" dirty="0" err="1" smtClean="0"/>
              <a:t>cases.Generate</a:t>
            </a:r>
            <a:r>
              <a:rPr lang="en-US" dirty="0" smtClean="0"/>
              <a:t> insights using visualizations.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60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Covid-19 India </a:t>
            </a:r>
            <a:r>
              <a:rPr lang="en-IN" dirty="0" err="1" smtClean="0"/>
              <a:t>Statewise</a:t>
            </a:r>
            <a:r>
              <a:rPr lang="en-IN" dirty="0" smtClean="0"/>
              <a:t> Data using EDA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DATA DESCRIPTION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State</a:t>
            </a:r>
          </a:p>
          <a:p>
            <a:r>
              <a:rPr lang="en-US" dirty="0"/>
              <a:t> </a:t>
            </a:r>
            <a:r>
              <a:rPr lang="en-US" dirty="0" smtClean="0"/>
              <a:t>Active Cases</a:t>
            </a:r>
          </a:p>
          <a:p>
            <a:r>
              <a:rPr lang="en-US" dirty="0" smtClean="0"/>
              <a:t>Discharged (Recovered)</a:t>
            </a:r>
          </a:p>
          <a:p>
            <a:r>
              <a:rPr lang="en-US" dirty="0" smtClean="0"/>
              <a:t>Deaths</a:t>
            </a:r>
          </a:p>
          <a:p>
            <a:r>
              <a:rPr lang="en-US" dirty="0" smtClean="0"/>
              <a:t>Active Ratio (%)</a:t>
            </a:r>
          </a:p>
          <a:p>
            <a:r>
              <a:rPr lang="en-US" dirty="0" smtClean="0"/>
              <a:t>Discharge Ratio (%)</a:t>
            </a:r>
          </a:p>
          <a:p>
            <a:r>
              <a:rPr lang="en-US" dirty="0" smtClean="0"/>
              <a:t>Death Ratio (%)</a:t>
            </a:r>
          </a:p>
          <a:p>
            <a:r>
              <a:rPr lang="en-US" dirty="0" smtClean="0"/>
              <a:t>Population</a:t>
            </a:r>
            <a:endParaRPr lang="en-IN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TOOL AND THECHNOLOGIES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 smtClean="0"/>
              <a:t>Python</a:t>
            </a:r>
          </a:p>
          <a:p>
            <a:r>
              <a:rPr lang="en-IN" dirty="0" smtClean="0"/>
              <a:t>Pandas</a:t>
            </a:r>
          </a:p>
          <a:p>
            <a:r>
              <a:rPr lang="en-IN" dirty="0" err="1" smtClean="0"/>
              <a:t>Matplotlib</a:t>
            </a:r>
            <a:endParaRPr lang="en-IN" dirty="0" smtClean="0"/>
          </a:p>
          <a:p>
            <a:r>
              <a:rPr lang="en-IN" dirty="0" err="1" smtClean="0"/>
              <a:t>jupyter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12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Covid-19 India </a:t>
            </a:r>
            <a:r>
              <a:rPr lang="en-IN" dirty="0" err="1" smtClean="0"/>
              <a:t>Statewise</a:t>
            </a:r>
            <a:r>
              <a:rPr lang="en-IN" dirty="0" smtClean="0"/>
              <a:t> Data using EDA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Data processing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Loaded dataset using </a:t>
            </a:r>
            <a:r>
              <a:rPr lang="en-US" dirty="0" err="1" smtClean="0"/>
              <a:t>pd.read_csv</a:t>
            </a:r>
            <a:r>
              <a:rPr lang="en-US" dirty="0" smtClean="0"/>
              <a:t>()</a:t>
            </a:r>
          </a:p>
          <a:p>
            <a:r>
              <a:rPr lang="en-US" dirty="0" smtClean="0"/>
              <a:t>Checked column names</a:t>
            </a:r>
          </a:p>
          <a:p>
            <a:r>
              <a:rPr lang="en-US" dirty="0" smtClean="0"/>
              <a:t>Removed extra spaces</a:t>
            </a:r>
          </a:p>
          <a:p>
            <a:r>
              <a:rPr lang="en-US" dirty="0" smtClean="0"/>
              <a:t>Handled missing values</a:t>
            </a:r>
          </a:p>
          <a:p>
            <a:r>
              <a:rPr lang="en-US" dirty="0" smtClean="0"/>
              <a:t>Converted numeric columns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endParaRPr lang="en-IN" dirty="0" smtClean="0"/>
          </a:p>
          <a:p>
            <a:r>
              <a:rPr lang="en-IN" dirty="0" smtClean="0"/>
              <a:t>Exploratory Data Analysis (EDA)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Exploratory Data Analysis (EDA)</a:t>
            </a:r>
          </a:p>
          <a:p>
            <a:r>
              <a:rPr lang="en-IN" dirty="0" smtClean="0"/>
              <a:t>Performed:</a:t>
            </a:r>
          </a:p>
          <a:p>
            <a:r>
              <a:rPr lang="en-IN" dirty="0" smtClean="0"/>
              <a:t>Data shape and structure analysis</a:t>
            </a:r>
          </a:p>
          <a:p>
            <a:r>
              <a:rPr lang="en-IN" dirty="0" smtClean="0"/>
              <a:t>Summary </a:t>
            </a:r>
            <a:r>
              <a:rPr lang="en-IN" dirty="0" err="1" smtClean="0"/>
              <a:t>statisticsTop</a:t>
            </a:r>
            <a:r>
              <a:rPr lang="en-IN" dirty="0" smtClean="0"/>
              <a:t> &amp; bottom states analysis</a:t>
            </a:r>
          </a:p>
          <a:p>
            <a:r>
              <a:rPr lang="en-IN" dirty="0" smtClean="0"/>
              <a:t>Correlation analysis</a:t>
            </a:r>
          </a:p>
          <a:p>
            <a:r>
              <a:rPr lang="en-IN" dirty="0" smtClean="0"/>
              <a:t>EDA helps understand data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78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loading and initial check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7781" y="1825625"/>
            <a:ext cx="4422438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Explanation: pandas is used for data analysis and manipulation</a:t>
            </a:r>
            <a:r>
              <a:rPr lang="en-IN" dirty="0" smtClean="0"/>
              <a:t>.</a:t>
            </a:r>
          </a:p>
          <a:p>
            <a:r>
              <a:rPr lang="en-IN" dirty="0" smtClean="0"/>
              <a:t>Import pandas to work with dataset.</a:t>
            </a:r>
          </a:p>
          <a:p>
            <a:r>
              <a:rPr lang="en-IN" dirty="0" smtClean="0"/>
              <a:t> URL Store the online CSV link in a variable.</a:t>
            </a:r>
          </a:p>
          <a:p>
            <a:r>
              <a:rPr lang="en-IN" dirty="0" smtClean="0"/>
              <a:t> Load </a:t>
            </a:r>
            <a:r>
              <a:rPr lang="en-IN" dirty="0" err="1" smtClean="0"/>
              <a:t>DataUse</a:t>
            </a:r>
            <a:r>
              <a:rPr lang="en-IN" dirty="0" smtClean="0"/>
              <a:t> </a:t>
            </a:r>
            <a:r>
              <a:rPr lang="en-IN" dirty="0" err="1" smtClean="0"/>
              <a:t>pd.read_csv</a:t>
            </a:r>
            <a:r>
              <a:rPr lang="en-IN" dirty="0" smtClean="0"/>
              <a:t>() to load data into </a:t>
            </a:r>
            <a:r>
              <a:rPr lang="en-IN" dirty="0" err="1" smtClean="0"/>
              <a:t>DataFrame</a:t>
            </a:r>
            <a:r>
              <a:rPr lang="en-IN" dirty="0" smtClean="0"/>
              <a:t>.</a:t>
            </a:r>
          </a:p>
          <a:p>
            <a:r>
              <a:rPr lang="en-IN" dirty="0" smtClean="0"/>
              <a:t>Display Dataset Use </a:t>
            </a:r>
            <a:r>
              <a:rPr lang="en-IN" dirty="0" err="1" smtClean="0"/>
              <a:t>df.head</a:t>
            </a:r>
            <a:r>
              <a:rPr lang="en-IN" dirty="0" smtClean="0"/>
              <a:t>() to check first 5 rows.</a:t>
            </a:r>
          </a:p>
          <a:p>
            <a:r>
              <a:rPr lang="en-IN" dirty="0" smtClean="0"/>
              <a:t> Data Understanding Identify columns like:</a:t>
            </a:r>
          </a:p>
          <a:p>
            <a:r>
              <a:rPr lang="en-IN" dirty="0" smtClean="0"/>
              <a:t>State</a:t>
            </a:r>
          </a:p>
          <a:p>
            <a:r>
              <a:rPr lang="en-IN" dirty="0" smtClean="0"/>
              <a:t>Confirmed</a:t>
            </a:r>
          </a:p>
          <a:p>
            <a:r>
              <a:rPr lang="en-IN" dirty="0" smtClean="0"/>
              <a:t>Recovered</a:t>
            </a:r>
          </a:p>
          <a:p>
            <a:r>
              <a:rPr lang="en-IN" dirty="0" smtClean="0"/>
              <a:t>Deaths</a:t>
            </a:r>
          </a:p>
          <a:p>
            <a:r>
              <a:rPr lang="en-IN" dirty="0" smtClean="0"/>
              <a:t>Active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08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i="1" u="sng" dirty="0" smtClean="0"/>
              <a:t>Check Dataset information</a:t>
            </a:r>
            <a:endParaRPr lang="en-IN" i="1" u="sn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8408" y="1825625"/>
            <a:ext cx="5046784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800" dirty="0" smtClean="0"/>
          </a:p>
          <a:p>
            <a:r>
              <a:rPr lang="en-US" sz="2400" dirty="0" smtClean="0"/>
              <a:t>Explanation:</a:t>
            </a:r>
            <a:r>
              <a:rPr lang="en-IN" sz="2400" dirty="0" smtClean="0"/>
              <a:t>info</a:t>
            </a:r>
            <a:r>
              <a:rPr lang="en-IN" sz="2400" dirty="0"/>
              <a:t>() shows column names and data types.</a:t>
            </a:r>
          </a:p>
          <a:p>
            <a:r>
              <a:rPr lang="en-IN" sz="2400" dirty="0" err="1" smtClean="0"/>
              <a:t>df.isnull</a:t>
            </a:r>
            <a:r>
              <a:rPr lang="en-IN" sz="2400" dirty="0"/>
              <a:t>().sum</a:t>
            </a:r>
            <a:r>
              <a:rPr lang="en-IN" sz="2400" dirty="0" smtClean="0"/>
              <a:t>() </a:t>
            </a:r>
            <a:r>
              <a:rPr lang="en-US" sz="2400" dirty="0" smtClean="0"/>
              <a:t>Checks </a:t>
            </a:r>
            <a:r>
              <a:rPr lang="en-US" sz="2400" dirty="0"/>
              <a:t>if dataset contains missing values.</a:t>
            </a:r>
          </a:p>
          <a:p>
            <a:r>
              <a:rPr lang="en-US" sz="2400" dirty="0"/>
              <a:t>Important for data accuracy.</a:t>
            </a:r>
          </a:p>
          <a:p>
            <a:r>
              <a:rPr lang="en-US" sz="2400" dirty="0"/>
              <a:t>If missing values exist, we handle them.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2207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set column information</a:t>
            </a:r>
            <a:br>
              <a:rPr lang="en-IN" dirty="0" smtClean="0"/>
            </a:b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6669" y="2145662"/>
            <a:ext cx="5020891" cy="4263929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Explanation: </a:t>
            </a:r>
            <a:r>
              <a:rPr lang="en-IN" i="1" dirty="0" err="1" smtClean="0"/>
              <a:t>df.columns</a:t>
            </a:r>
            <a:r>
              <a:rPr lang="en-IN" dirty="0" smtClean="0"/>
              <a:t> displays column names in the dataset.</a:t>
            </a:r>
          </a:p>
          <a:p>
            <a:r>
              <a:rPr lang="en-IN" i="1" dirty="0" err="1"/>
              <a:t>n</a:t>
            </a:r>
            <a:r>
              <a:rPr lang="en-IN" i="1" dirty="0" err="1" smtClean="0"/>
              <a:t>umeric_columns</a:t>
            </a:r>
            <a:r>
              <a:rPr lang="en-IN" i="1" dirty="0" smtClean="0"/>
              <a:t> </a:t>
            </a:r>
            <a:r>
              <a:rPr lang="en-IN" dirty="0" smtClean="0"/>
              <a:t>selects</a:t>
            </a:r>
            <a:r>
              <a:rPr lang="en-IN" i="1" dirty="0" smtClean="0"/>
              <a:t> </a:t>
            </a:r>
            <a:r>
              <a:rPr lang="en-IN" dirty="0" smtClean="0"/>
              <a:t>columns that should contain numeric values.</a:t>
            </a:r>
          </a:p>
          <a:p>
            <a:r>
              <a:rPr lang="en-IN" dirty="0" smtClean="0"/>
              <a:t>Converts selected columns into numeric format</a:t>
            </a:r>
          </a:p>
          <a:p>
            <a:r>
              <a:rPr lang="en-IN" i="1" dirty="0"/>
              <a:t>e</a:t>
            </a:r>
            <a:r>
              <a:rPr lang="en-IN" i="1" dirty="0" smtClean="0"/>
              <a:t>rrors=‘coerce’ </a:t>
            </a:r>
            <a:r>
              <a:rPr lang="en-IN" dirty="0" smtClean="0"/>
              <a:t>converts invalid values to </a:t>
            </a:r>
            <a:r>
              <a:rPr lang="en-IN" dirty="0" err="1" smtClean="0"/>
              <a:t>NaN</a:t>
            </a:r>
            <a:r>
              <a:rPr lang="en-IN" dirty="0" smtClean="0"/>
              <a:t>.</a:t>
            </a:r>
          </a:p>
          <a:p>
            <a:r>
              <a:rPr lang="en-IN" dirty="0" err="1" smtClean="0"/>
              <a:t>df.dtypes</a:t>
            </a:r>
            <a:r>
              <a:rPr lang="en-IN" dirty="0" smtClean="0"/>
              <a:t> </a:t>
            </a:r>
            <a:r>
              <a:rPr lang="en-IN" dirty="0" err="1" smtClean="0"/>
              <a:t>displayes</a:t>
            </a:r>
            <a:r>
              <a:rPr lang="en-IN" dirty="0" smtClean="0"/>
              <a:t> updated data types.</a:t>
            </a:r>
          </a:p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97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Display state and confirmed cases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9615" y="1825625"/>
            <a:ext cx="4462239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Explanation:</a:t>
            </a:r>
          </a:p>
          <a:p>
            <a:r>
              <a:rPr lang="en-IN" dirty="0" smtClean="0"/>
              <a:t>Displays only state and confirmed columns.</a:t>
            </a:r>
          </a:p>
          <a:p>
            <a:r>
              <a:rPr lang="en-IN" dirty="0" smtClean="0"/>
              <a:t>Shows total confirmed cases for each state.</a:t>
            </a:r>
          </a:p>
          <a:p>
            <a:r>
              <a:rPr lang="en-IN" dirty="0" smtClean="0"/>
              <a:t>Helps understand state-wise COVID case distribution.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028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 10 states , highest cases and deaths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5463" y="2191387"/>
            <a:ext cx="4802530" cy="3619814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Explanation:</a:t>
            </a:r>
          </a:p>
          <a:p>
            <a:r>
              <a:rPr lang="en-US" dirty="0" smtClean="0"/>
              <a:t>Sorts states by confirmed cases (highest first).</a:t>
            </a:r>
          </a:p>
          <a:p>
            <a:r>
              <a:rPr lang="en-US" dirty="0" smtClean="0"/>
              <a:t>Displays State and Confirmed columns.</a:t>
            </a:r>
          </a:p>
          <a:p>
            <a:r>
              <a:rPr lang="en-US" dirty="0" err="1" smtClean="0"/>
              <a:t>idxmax</a:t>
            </a:r>
            <a:r>
              <a:rPr lang="en-US" dirty="0" smtClean="0"/>
              <a:t>() finds index of maximum value.</a:t>
            </a:r>
          </a:p>
          <a:p>
            <a:r>
              <a:rPr lang="en-US" dirty="0" smtClean="0"/>
              <a:t>Identifies state with highest confirmed cases.</a:t>
            </a:r>
          </a:p>
          <a:p>
            <a:r>
              <a:rPr lang="en-US" dirty="0" smtClean="0"/>
              <a:t>Finds state with maximum deaths.</a:t>
            </a:r>
          </a:p>
          <a:p>
            <a:r>
              <a:rPr lang="en-US" dirty="0" smtClean="0"/>
              <a:t>Displays state name and death count.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83052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Recovery rate calculation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29762" y="1825625"/>
            <a:ext cx="4422392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err="1"/>
              <a:t>Explation</a:t>
            </a:r>
            <a:r>
              <a:rPr lang="en-IN" dirty="0"/>
              <a:t>: </a:t>
            </a:r>
            <a:r>
              <a:rPr lang="en-US" dirty="0"/>
              <a:t>Creates new column.</a:t>
            </a:r>
          </a:p>
          <a:p>
            <a:r>
              <a:rPr lang="en-US" dirty="0"/>
              <a:t>Formula: Recovery Rate = (Recovered ÷ Confirmed) × 100</a:t>
            </a:r>
          </a:p>
          <a:p>
            <a:r>
              <a:rPr lang="en-US" dirty="0"/>
              <a:t>Shows effectiveness of recovery.</a:t>
            </a:r>
            <a:endParaRPr lang="en-IN" sz="18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07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Covid-19 Data summary and state- wise   analysis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9913" y="1902807"/>
            <a:ext cx="3139712" cy="129551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Explanation</a:t>
            </a:r>
          </a:p>
          <a:p>
            <a:r>
              <a:rPr lang="en-IN" dirty="0" smtClean="0"/>
              <a:t>Calculate total cases across all stats</a:t>
            </a:r>
          </a:p>
          <a:p>
            <a:r>
              <a:rPr lang="en-IN" dirty="0" smtClean="0"/>
              <a:t>Uses sum() to add column values.</a:t>
            </a:r>
          </a:p>
          <a:p>
            <a:r>
              <a:rPr lang="en-IN" dirty="0" smtClean="0"/>
              <a:t>Sorts states by active cases (highest first) and display top 5 states.</a:t>
            </a:r>
          </a:p>
          <a:p>
            <a:r>
              <a:rPr lang="en-IN" dirty="0" smtClean="0"/>
              <a:t> Sorts states by active cases (lowest first) and display least 5 states.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98319"/>
            <a:ext cx="3749365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71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Correlation and statistical analysis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2178" y="1825625"/>
            <a:ext cx="4673974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Explanation</a:t>
            </a:r>
          </a:p>
          <a:p>
            <a:r>
              <a:rPr lang="en-US" dirty="0" smtClean="0"/>
              <a:t>Sorts states by highest recovery rate.</a:t>
            </a:r>
          </a:p>
          <a:p>
            <a:r>
              <a:rPr lang="en-US" dirty="0" smtClean="0"/>
              <a:t>Displays top 5 performing states.</a:t>
            </a:r>
            <a:endParaRPr lang="en-IN" dirty="0"/>
          </a:p>
          <a:p>
            <a:r>
              <a:rPr lang="en-US" dirty="0" smtClean="0"/>
              <a:t>Shows relationship between numerical features.</a:t>
            </a:r>
          </a:p>
          <a:p>
            <a:r>
              <a:rPr lang="en-US" dirty="0" smtClean="0"/>
              <a:t>Helps understand how cases, deaths, and recoveries are related.</a:t>
            </a:r>
          </a:p>
          <a:p>
            <a:r>
              <a:rPr lang="en-IN" dirty="0" smtClean="0"/>
              <a:t>Provides mean, min, max, </a:t>
            </a:r>
            <a:r>
              <a:rPr lang="en-IN" dirty="0" err="1" smtClean="0"/>
              <a:t>std</a:t>
            </a:r>
            <a:r>
              <a:rPr lang="en-IN" dirty="0" smtClean="0"/>
              <a:t> deviation.</a:t>
            </a:r>
          </a:p>
          <a:p>
            <a:r>
              <a:rPr lang="en-IN" dirty="0" smtClean="0"/>
              <a:t>Summarizes overall dataset statistics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49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Exporting </a:t>
            </a:r>
            <a:r>
              <a:rPr lang="en-IN" dirty="0" err="1" smtClean="0"/>
              <a:t>dataframe</a:t>
            </a:r>
            <a:r>
              <a:rPr lang="en-IN" dirty="0" smtClean="0"/>
              <a:t> into CSV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7493" y="1907931"/>
            <a:ext cx="4060432" cy="410600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Explanation:</a:t>
            </a:r>
          </a:p>
          <a:p>
            <a:pPr marL="0" indent="0">
              <a:buNone/>
            </a:pPr>
            <a:r>
              <a:rPr lang="en-IN" sz="2000" dirty="0" err="1" smtClean="0"/>
              <a:t>df.to_csv</a:t>
            </a:r>
            <a:r>
              <a:rPr lang="en-IN" sz="2000" dirty="0" smtClean="0"/>
              <a:t>("Covid_India_Analysis_Output.csv", index=False)</a:t>
            </a:r>
          </a:p>
          <a:p>
            <a:r>
              <a:rPr lang="en-IN" dirty="0"/>
              <a:t>This does any output</a:t>
            </a:r>
          </a:p>
          <a:p>
            <a:r>
              <a:rPr lang="en-US" dirty="0"/>
              <a:t>A new file is created</a:t>
            </a:r>
          </a:p>
          <a:p>
            <a:r>
              <a:rPr lang="en-US" dirty="0"/>
              <a:t>File name: Covid_India_Analysis_Output.csv</a:t>
            </a:r>
          </a:p>
          <a:p>
            <a:r>
              <a:rPr lang="en-US" dirty="0"/>
              <a:t> Saved in your current working folder</a:t>
            </a:r>
          </a:p>
          <a:p>
            <a:r>
              <a:rPr lang="en-US" dirty="0"/>
              <a:t> It contains all the data from your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df</a:t>
            </a:r>
            <a:endParaRPr lang="en-US" dirty="0"/>
          </a:p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/>
              <a:t> import </a:t>
            </a:r>
            <a:r>
              <a:rPr lang="en-US" dirty="0" err="1"/>
              <a:t>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os.listdir</a:t>
            </a:r>
            <a:r>
              <a:rPr lang="en-US" dirty="0"/>
              <a:t>()</a:t>
            </a:r>
          </a:p>
          <a:p>
            <a:r>
              <a:rPr lang="en-IN" dirty="0"/>
              <a:t>Covid_India_Analysis_Output.csv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29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431"/>
            <a:ext cx="10515600" cy="149725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Bar </a:t>
            </a:r>
            <a:r>
              <a:rPr lang="en-IN" dirty="0" smtClean="0"/>
              <a:t>chart</a:t>
            </a:r>
            <a:br>
              <a:rPr lang="en-IN" dirty="0" smtClean="0"/>
            </a:br>
            <a:r>
              <a:rPr lang="en-IN" sz="4000" dirty="0"/>
              <a:t>top 10 states by confirmed COVID- 19  cases</a:t>
            </a:r>
            <a:br>
              <a:rPr lang="en-IN" sz="4000" dirty="0"/>
            </a:br>
            <a:endParaRPr lang="en-IN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9423" y="1825625"/>
            <a:ext cx="5301762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Explanation:</a:t>
            </a:r>
          </a:p>
          <a:p>
            <a:r>
              <a:rPr lang="en-IN" dirty="0" smtClean="0"/>
              <a:t>A bar chat is a </a:t>
            </a:r>
            <a:r>
              <a:rPr lang="en-IN" dirty="0" err="1" smtClean="0"/>
              <a:t>grap</a:t>
            </a:r>
            <a:r>
              <a:rPr lang="en-IN" dirty="0" smtClean="0"/>
              <a:t> used to compare different categories using rectangular bars</a:t>
            </a:r>
          </a:p>
          <a:p>
            <a:r>
              <a:rPr lang="en-US" dirty="0" smtClean="0"/>
              <a:t>Sorts states based on highest confirmed cases.</a:t>
            </a:r>
          </a:p>
          <a:p>
            <a:r>
              <a:rPr lang="en-US" dirty="0" smtClean="0"/>
              <a:t>X-axis → States</a:t>
            </a:r>
          </a:p>
          <a:p>
            <a:r>
              <a:rPr lang="en-US" dirty="0" smtClean="0"/>
              <a:t>Y-axis → Confirmed Cases</a:t>
            </a:r>
          </a:p>
          <a:p>
            <a:r>
              <a:rPr lang="en-US" dirty="0" smtClean="0"/>
              <a:t>Helps visually compare most affected states.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61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dirty="0" smtClean="0"/>
              <a:t>Pie </a:t>
            </a:r>
            <a:r>
              <a:rPr lang="en-IN" sz="6000" dirty="0" smtClean="0"/>
              <a:t>chart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4000" dirty="0"/>
              <a:t>COVID -19 Distribution in India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2369" y="1825625"/>
            <a:ext cx="4956400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Explanation:</a:t>
            </a:r>
          </a:p>
          <a:p>
            <a:r>
              <a:rPr lang="en-US" dirty="0" smtClean="0"/>
              <a:t>A pie chart is a circular graph used to show the percentage distribution of data.</a:t>
            </a:r>
          </a:p>
          <a:p>
            <a:r>
              <a:rPr lang="en-US" dirty="0" smtClean="0"/>
              <a:t>The circle is divided into slices, and each slice represents a part of the whole.</a:t>
            </a:r>
          </a:p>
          <a:p>
            <a:r>
              <a:rPr lang="en-US" dirty="0" err="1" smtClean="0"/>
              <a:t>Explation</a:t>
            </a:r>
            <a:r>
              <a:rPr lang="en-IN" dirty="0" smtClean="0"/>
              <a:t>:</a:t>
            </a:r>
          </a:p>
          <a:p>
            <a:pPr marL="285750" indent="-285750"/>
            <a:r>
              <a:rPr lang="en-IN" dirty="0" smtClean="0"/>
              <a:t>Shows the percentage of</a:t>
            </a:r>
          </a:p>
          <a:p>
            <a:r>
              <a:rPr lang="en-IN" dirty="0" smtClean="0"/>
              <a:t> Active – 20%</a:t>
            </a:r>
          </a:p>
          <a:p>
            <a:r>
              <a:rPr lang="en-IN" dirty="0" smtClean="0"/>
              <a:t>Recovered – 75%</a:t>
            </a:r>
          </a:p>
          <a:p>
            <a:r>
              <a:rPr lang="en-IN" dirty="0" smtClean="0"/>
              <a:t>Deaths – 5%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834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Line </a:t>
            </a:r>
            <a:r>
              <a:rPr lang="en-IN" dirty="0" smtClean="0"/>
              <a:t>chart</a:t>
            </a:r>
            <a:br>
              <a:rPr lang="en-IN" dirty="0" smtClean="0"/>
            </a:br>
            <a:r>
              <a:rPr lang="en-IN" sz="3600" dirty="0"/>
              <a:t>Confirmed vs Recovered Cases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123" y="1825625"/>
            <a:ext cx="4547753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line chart shows how data changes continuously over time by joining points with a line.</a:t>
            </a:r>
          </a:p>
          <a:p>
            <a:r>
              <a:rPr lang="en-IN" dirty="0" smtClean="0"/>
              <a:t>Explanation:</a:t>
            </a:r>
          </a:p>
          <a:p>
            <a:r>
              <a:rPr lang="en-US" dirty="0" smtClean="0"/>
              <a:t>This graph shows confirmed and recovered cases.</a:t>
            </a:r>
          </a:p>
          <a:p>
            <a:r>
              <a:rPr lang="en-US" dirty="0" smtClean="0"/>
              <a:t>It compares total cases and recovered cases.t </a:t>
            </a:r>
          </a:p>
          <a:p>
            <a:r>
              <a:rPr lang="en-US" dirty="0" smtClean="0"/>
              <a:t>helps understand the COVID situation clearly.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417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9484" y="3244334"/>
            <a:ext cx="451045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000" dirty="0" smtClean="0"/>
              <a:t>THANK YOU</a:t>
            </a:r>
          </a:p>
          <a:p>
            <a:r>
              <a:rPr lang="en-IN" sz="6000" dirty="0" smtClean="0"/>
              <a:t> </a:t>
            </a:r>
          </a:p>
          <a:p>
            <a:endParaRPr lang="en-IN" sz="6000" dirty="0" smtClean="0"/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46395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720</Words>
  <Application>Microsoft Office PowerPoint</Application>
  <PresentationFormat>Widescreen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Covid-19 India Statewise Data using EDA</vt:lpstr>
      <vt:lpstr>Introduction</vt:lpstr>
      <vt:lpstr>Covid-19 India Statewise Data using EDA</vt:lpstr>
      <vt:lpstr>Covid-19 India Statewise Data using EDA</vt:lpstr>
      <vt:lpstr>Data loading and initial check</vt:lpstr>
      <vt:lpstr> Check Dataset information</vt:lpstr>
      <vt:lpstr>Data set column information </vt:lpstr>
      <vt:lpstr>Display state and confirmed cases</vt:lpstr>
      <vt:lpstr>Top 10 states , highest cases and deaths</vt:lpstr>
      <vt:lpstr>Recovery rate calculation</vt:lpstr>
      <vt:lpstr>Covid-19 Data summary and state- wise   analysis</vt:lpstr>
      <vt:lpstr>Correlation and statistical analysis</vt:lpstr>
      <vt:lpstr>Exporting dataframe into CSV</vt:lpstr>
      <vt:lpstr>Bar chart top 10 states by confirmed COVID- 19  cases </vt:lpstr>
      <vt:lpstr>Pie chart COVID -19 Distribution in India</vt:lpstr>
      <vt:lpstr>Line chart Confirmed vs Recovered Cases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India Statewise Data using EDA</dc:title>
  <dc:creator>lenovo</dc:creator>
  <cp:lastModifiedBy>lenovo</cp:lastModifiedBy>
  <cp:revision>17</cp:revision>
  <dcterms:created xsi:type="dcterms:W3CDTF">2026-02-18T11:04:01Z</dcterms:created>
  <dcterms:modified xsi:type="dcterms:W3CDTF">2026-02-19T11:55:24Z</dcterms:modified>
</cp:coreProperties>
</file>